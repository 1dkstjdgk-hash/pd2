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7EFED-0067-ED20-2A1D-AEC7A7514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1F27B2-7500-5397-C171-1561A0E89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41BAD-8BC8-85DD-8E83-83093EBF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DBEDEB-340B-F0DF-6030-1BA70D51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CE2C2-A4BB-EABE-56CC-AB4DFB28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8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8298F-85C2-7AB5-112B-E6D7DF5D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B174E0-E8C8-7560-D1FE-293513220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A36693-7E03-6D5F-895C-F6B7ED70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E8B60-3F44-0007-156A-9F649C93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F764BA-7D6E-B076-9781-B6354944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98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89946-4E84-C649-C625-D839059F8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308A1C-010A-0D66-14F6-5B106E5E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F3FF8-DC10-86BF-87A7-AF8EC39F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38103-6C91-D3FD-1FD6-129BBF87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8EAE0-248D-0085-FC0A-D9EE2EF7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42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2A3F5-6309-0298-CCD6-1872ACD6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CD3BC-C067-ABAE-DAA1-8E18EEF6A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1BFF09-ADF6-19B8-93B2-040B4BB98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0A7AAF-3C3F-99BE-3D3B-B1E0D817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DADCB9-5DDE-1384-2FBC-7149387A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C8B720-4D47-04A9-D8EA-2CABE5C4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99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1A012-1386-50DA-5890-589C8514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2ED3ED-2E0D-7FD3-0229-8653B1AD2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0D4957-E43F-B925-1940-4598491F3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83829F-0F0E-E321-EC49-6E086908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BCAB98-B3D2-42F9-8366-5055891A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FD06E6-F852-8367-936E-AC3E3F18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BA22DA-14F1-2918-62D8-9223F035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3598A7-258B-DEE8-6506-EE0C302A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5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C3B6E-87F3-2AAB-585B-2ACD603E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5BC351-A873-6D6A-AE2A-65A2957E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3D8070-F69A-446B-021B-44B6A4FD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A3A465-6473-78ED-0CAD-665DBFFD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34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F5852-CA10-D8FA-07AF-AFEA83C7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ADA73A-4B91-A810-B6F7-DBA8E4C7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ED580-92EA-4098-C6BA-64D807D8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63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C344F-478B-9E13-7FB4-675EA80C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E0AFCE-A196-31BA-5A79-9D7193E7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2C9F36-75D6-D3B9-0F5E-C1F60580F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E45DB6-D972-B698-943C-91119F54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FDF2E9-7B70-6093-EFAA-81B77B1C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9AE1D8-5A29-B574-71BA-8BF45AA6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47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CBF5F-4E16-47C1-1CC0-1D8BF533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293A73-269D-5B0E-0157-389CF4B8E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A55419-A786-DEC3-981C-7DBA40453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761AAF-270B-A952-F4D9-D310097E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55CD60-7F50-BFCC-58A1-4D19A097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CD3ACD-6B42-832F-310F-8025BAB2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86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99BE3-E621-885F-DEC8-D62A1907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38E3F3-B165-F820-15A0-D1168A03F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78A42-09E5-BADE-58D2-13B50C52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B1350C-F0C9-3CAF-D912-F0C75BAE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4B0CF3-8DD7-A1D9-DAEA-6B9EB276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89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D385A5-81F4-2B1B-89CE-4FC48EC10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16D304-1A08-863E-6259-CCCE2381C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0B472-D435-7A5A-B32A-7291D95D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DDB80-155C-AB0E-1A60-D4D8F85A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A377D-BC28-C7D0-2FE4-F86E9856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1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154DBA-CA11-B7B7-4B7A-6C673BE7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BF9BA-9EC6-899B-F170-C23A61392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E82304-C836-5DDB-2862-BAB872A74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BE13-E5C7-4E81-A091-2251FAE9185D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D3F722-A6A9-8A87-0B8F-9CBA8E19D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F5BB7-E090-7D32-F0D8-10EDFA3A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AD20C-F726-472F-B139-B68AF22B8F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3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45281-CB7E-8FE7-3B4C-890D646CE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기말고사 답안지 성명</a:t>
            </a:r>
            <a:r>
              <a:rPr lang="en-US" altLang="ko-KR" sz="2800" dirty="0"/>
              <a:t>:                 </a:t>
            </a:r>
            <a:r>
              <a:rPr lang="ko-KR" altLang="en-US" sz="2800" dirty="0"/>
              <a:t>학번</a:t>
            </a:r>
            <a:r>
              <a:rPr lang="en-US" altLang="ko-KR" sz="2800" dirty="0"/>
              <a:t>: 60222492</a:t>
            </a:r>
            <a:endParaRPr lang="ko-KR" altLang="en-US" sz="2400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67A0E94-50A8-8A67-3160-2DFA8C5B8D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349517"/>
              </p:ext>
            </p:extLst>
          </p:nvPr>
        </p:nvGraphicFramePr>
        <p:xfrm>
          <a:off x="1874982" y="1690688"/>
          <a:ext cx="8151553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546">
                  <a:extLst>
                    <a:ext uri="{9D8B030D-6E8A-4147-A177-3AD203B41FA5}">
                      <a16:colId xmlns:a16="http://schemas.microsoft.com/office/drawing/2014/main" val="2706746417"/>
                    </a:ext>
                  </a:extLst>
                </a:gridCol>
                <a:gridCol w="2790767">
                  <a:extLst>
                    <a:ext uri="{9D8B030D-6E8A-4147-A177-3AD203B41FA5}">
                      <a16:colId xmlns:a16="http://schemas.microsoft.com/office/drawing/2014/main" val="2521687688"/>
                    </a:ext>
                  </a:extLst>
                </a:gridCol>
                <a:gridCol w="1266767">
                  <a:extLst>
                    <a:ext uri="{9D8B030D-6E8A-4147-A177-3AD203B41FA5}">
                      <a16:colId xmlns:a16="http://schemas.microsoft.com/office/drawing/2014/main" val="3082852525"/>
                    </a:ext>
                  </a:extLst>
                </a:gridCol>
                <a:gridCol w="2939473">
                  <a:extLst>
                    <a:ext uri="{9D8B030D-6E8A-4147-A177-3AD203B41FA5}">
                      <a16:colId xmlns:a16="http://schemas.microsoft.com/office/drawing/2014/main" val="3500454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문제번호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문제번호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31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71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38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07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김인택</a:t>
                      </a:r>
                      <a:r>
                        <a:rPr lang="ko-KR" altLang="en-US" dirty="0"/>
                        <a:t> 교수님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724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7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8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390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253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학생이 원하는 분야를 공부할 수 </a:t>
                      </a:r>
                      <a:r>
                        <a:rPr lang="ko-KR" altLang="en-US"/>
                        <a:t>있도록 도와주는 것입니다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00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파이썬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33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100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60</Words>
  <Application>Microsoft Office PowerPoint</Application>
  <PresentationFormat>와이드스크린</PresentationFormat>
  <Paragraphs>45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기말고사 답안지 성명:                 학번: 60222492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답안지 (이 답안지는 따로 첨부되며, 작성이 끝나면 lms 과제에 올릴 것. 답안지는 PDF 또는 PPT 파일로 올릴 것. 20번 문제가 나온 후 5분 45초 내로 제출할 것. 시간을 초과한 답지는 받지 않음)</dc:title>
  <dc:creator>Kim Intaek</dc:creator>
  <cp:lastModifiedBy>tjdgk</cp:lastModifiedBy>
  <cp:revision>3</cp:revision>
  <dcterms:created xsi:type="dcterms:W3CDTF">2022-06-07T02:24:37Z</dcterms:created>
  <dcterms:modified xsi:type="dcterms:W3CDTF">2022-06-08T01:18:23Z</dcterms:modified>
</cp:coreProperties>
</file>