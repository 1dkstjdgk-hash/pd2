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410D4-AC98-47E2-97CA-E651AE5F5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F6D17F-32CC-4D5F-90F3-5978E503C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2841DD-ABF6-4B70-BC0B-B6C30624B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7F57D0-4199-4985-939A-AABA659FA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98C7A7-C0CF-4EC3-B444-39735B5D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20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FE270-E2E6-4EA4-BD01-6D6D8D86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AADBD0-EBEB-4D89-AFC8-340A6B4E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AC3D12-70E8-4448-95E1-92250FD5D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8EE5B9-463B-41AD-92A0-EBE96DBB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6EA9BC-AE7E-4587-A609-A043AA96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59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B608F-8074-45E3-B9FF-6CFE68F47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08D8C0-E5F9-4699-9CE7-D5D93C94A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044DC7-834A-4628-BD52-CF7F0156C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54E350-13A2-47A5-9300-CB0DCFD4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96D608-742D-4829-8308-7AFEAE1C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30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07BAD-E08B-4ADF-B17B-0782504A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0D3173-37C7-456F-A0CF-2008794BAC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6CCD88-8F0B-4D96-BBF6-CA117301C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703E13-1B7D-40F4-9D87-CB1B4B43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B584D5-83D0-4F88-B48E-7EB453E0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DAB6A2-D378-4B4D-A8FE-91C76F39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56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526D5-FA7C-403F-B2A8-BE3435FA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076824-4A6E-4F4E-A2C8-1ED73C191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43F299-2A1C-4919-842F-0C8F507A2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C505C3-63E1-486A-BA29-A733226D1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47A9C4-C53D-4F3D-87EB-F4D89459E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C3D2CA-85D1-495E-9C37-CB7DB403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7D90F1-9009-4AA7-9483-20BB88558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EE21C0-29BA-45E4-8558-F91C56C6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13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9ED53-12F1-4A0E-92D6-354741261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B0796F-596A-4F9E-BC72-4E89E609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C43FF3-00B2-46A5-9C33-0477D5616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3A4AE8-C53E-48BB-AF57-4C820241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265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E71A5C-2377-4738-88F5-4AB1837DD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642EE1-ADA3-4A0B-B4BA-4FE529F8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993AD6-6FBA-4C19-8073-C32DBF2F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86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C84C8-8957-4D70-83F5-DBD6C668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9A0B7B-08BE-46D9-B612-02489DE9E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89861F-9F8F-48C7-A695-F8E25E43E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AE617-768A-4DBF-8D5A-9F11518A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0296F8-FDBF-47BF-83F8-E0A0DACC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7F8A9A-DAF4-449B-B135-3C035785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02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34A54-BEFB-402F-BB09-F690E5CBA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9728D2-9830-40E0-8371-15362B841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7508F2-5D16-4A1D-AAEA-359320533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457FFE-67B5-4770-884D-BF22731D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0BADA-39D8-481C-A3B4-70661C3E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E12E53-FAEA-404F-833C-0CD830255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28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16B26-0A95-4655-A423-9759520FF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F1E327-6CCE-4BF5-8312-267D2DA3F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EFF6E0-EAC7-4DFC-827E-304C2A59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EC2205-C678-466D-B88E-C5F344EB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368692-0823-4E08-8758-F2DBBB28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22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498DEE7-B2B9-4B41-AEA3-330D7EEBC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7A7C6C-CE89-4ACC-92D4-F9111BAAD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850B98-E551-4507-AA61-7B48BA5E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4E8FF1-E67F-4672-8BE0-8C8B1D200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B54E25-0D35-4845-903C-483B273F3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07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FD5462-AA40-41DD-BF83-98730E21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04E32E-E10A-405F-9E7F-22757BADD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4C0207-9E15-449F-8BE2-140DC2EB7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32265-8CEA-43EC-AE90-123C3D3BD62E}" type="datetimeFigureOut">
              <a:rPr lang="ko-KR" altLang="en-US" smtClean="0"/>
              <a:t>2022-03-08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51F7D8-6484-46B6-B591-AB4AA49EB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097DA8-0270-4456-8B57-079A62DAE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B3EF7-F7E7-448D-992D-2ADA0E2D51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36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86B9A-4F29-410F-9C6A-22C389DAC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7840BA-8C31-4FC1-9017-4DDE68132F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60222492 </a:t>
            </a:r>
            <a:r>
              <a:rPr lang="ko-KR" altLang="en-US" dirty="0" err="1"/>
              <a:t>안성하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0468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74F170F-8484-4435-9336-D099B30C8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165" y="0"/>
            <a:ext cx="5021669" cy="6578353"/>
          </a:xfrm>
        </p:spPr>
      </p:pic>
    </p:spTree>
    <p:extLst>
      <p:ext uri="{BB962C8B-B14F-4D97-AF65-F5344CB8AC3E}">
        <p14:creationId xmlns:p14="http://schemas.microsoft.com/office/powerpoint/2010/main" val="929506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와이드스크린</PresentationFormat>
  <Paragraphs>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1주차 과제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1주차 과제</dc:title>
  <dc:creator>tjdgk</dc:creator>
  <cp:lastModifiedBy>tjdgk</cp:lastModifiedBy>
  <cp:revision>1</cp:revision>
  <dcterms:created xsi:type="dcterms:W3CDTF">2022-03-08T03:10:25Z</dcterms:created>
  <dcterms:modified xsi:type="dcterms:W3CDTF">2022-03-08T03:10:49Z</dcterms:modified>
</cp:coreProperties>
</file>