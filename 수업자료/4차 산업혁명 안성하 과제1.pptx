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6FC65-01E4-4BD5-BCF9-E3C932EF9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D0EC7C-F234-4A46-9C8B-8A14D30F9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BB58C-17AD-4175-80D2-11836DC64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99541-CBDF-4ED8-888F-9604CE7F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A4F99-6D34-4226-AC7B-85E2B456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32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CD431-DD68-4136-BDA0-605A5E12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4F653-0604-42D0-A0F0-B6092568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E207F0-1759-4B5B-8543-CF5CB2F4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D2DEC5-9EEC-4EF0-BCE9-2369A945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A34B31-AFD6-49D0-9D8E-59C3CDA4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89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8DC37-FAB2-4FEE-B039-4365B398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3AE660-C1CC-40A6-98FA-7630E2A9B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18535-C857-4331-B967-B1218A22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AC18D-3F79-461E-9DD4-C169E41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0799D-C774-42E2-A329-3D7A4C5D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8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A304C-A5A5-4DD5-B0E4-54924DC6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0FCC9-E8E9-4320-B405-DE8D4DA5D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AB6E03-5772-4303-954B-F7392A553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F96A31-53F9-4F06-B412-4766A366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C58529-AEEB-45DE-8801-499B971D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43869A-9BBE-47C5-A4CF-7C0731F5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55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BBA56-E802-4459-939E-8A196D1C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8362BA-D0F6-4147-866A-A23D152BC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3D8A61-0C3F-43D8-876A-8FA7C0A9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3AF0D4-C55A-4266-8BB1-FB12EB0F5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271329-A275-45AE-8CCA-E15F888FA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9EB79A-D349-4F03-908B-1171B98FE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F2A31A-E86D-4696-87D6-EE2F2F33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3CC233-472E-458D-8B5C-A61D91A8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35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5BA37-4D51-42B1-BE8F-F795CC8B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A31D69-96DC-44F6-865F-6E7D8C15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BEE40A-3441-4B15-84CA-20E908D2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44271-4CE1-4AAE-9B06-BA2D43BC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87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B83A6C-2BC8-42DA-9F38-E7A9E1BC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10F3E3-8450-4CBB-9C0F-F0514CE0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A1D832-FC08-4EA3-A428-3ED6ACE6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9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20960-2B6B-4B47-8436-57A20A29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D9C8F-4D91-4A3E-ACF3-8D5583A75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5B1200-3966-4770-A617-BCDA68E5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1565C4-6939-4DDE-8E62-1EDACD23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AB4824-8234-4031-A6DE-1A331B95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F43CC1-C065-486D-8F06-C3607132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974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7C4BF-DC85-489E-A33E-A66220986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078CB6-E8A3-4BF5-8D8E-58161F950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C327BB-053C-4135-BFC4-004E60F20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0184A3-8EB9-455C-96A2-1B050A54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0C168B-8C34-4185-87EE-66BA1FCF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81CD27-6001-434D-B19A-A49E33E1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1C406-7D83-4C1B-9F20-1F75385D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DD444-5441-4476-896A-52DD305C7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923E97-FE81-49DD-B841-E59A9128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3C3B8-FD29-487D-A7B6-24EB97B3C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19BF1-BCFA-4A0E-BF67-03CA98CC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19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C79856-FD2A-427C-84DB-A2920C9E7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8DC87-DC3B-4ACB-948A-DDFD5A05C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8B967C-B49F-4DFE-B55D-B82C120F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34A07-6C69-4973-A540-7CD172D6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DC8BCB-9C37-4BC3-A195-D4CD4E28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9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82A512-F35E-4ABB-BFDE-3B67B6C7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33EE0-0419-4404-98D6-16E1522AB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5DD798-A553-44B8-A0AA-E1155F040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5847A-D6A3-444A-A3DB-3262D839E424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B6501D-9EBF-4438-8295-8E5135888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8E915-5724-44CE-A21A-D48EB16CD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855B8-A3C6-4E47-BDBD-4C5BFECF4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60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387FB-E88D-4B17-80F0-BE6971CE9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DAF627-7B59-442D-9B4A-352256310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60222492 </a:t>
            </a:r>
            <a:r>
              <a:rPr lang="ko-KR" altLang="en-US" dirty="0" err="1"/>
              <a:t>안성하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199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B10EF-B496-44A5-9116-52A31363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1B9AE45-29EB-4EA1-9DDA-B9D7CC165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7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A1CFF-ACC6-41C4-B0BB-28A5750E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C93BE-481B-4C8B-A1CD-A7189651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5611A-1E07-4899-B41E-4C1B6503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6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D1300-CB1D-4288-B458-83636F43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6CEA6-4DC1-4F3D-A9BB-5D21BF599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983590-B45A-4EFF-A114-D210221D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7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과제1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과제1</dc:title>
  <dc:creator>tjdgk</dc:creator>
  <cp:lastModifiedBy>tjdgk</cp:lastModifiedBy>
  <cp:revision>1</cp:revision>
  <dcterms:created xsi:type="dcterms:W3CDTF">2022-03-08T02:11:17Z</dcterms:created>
  <dcterms:modified xsi:type="dcterms:W3CDTF">2022-03-08T02:12:03Z</dcterms:modified>
</cp:coreProperties>
</file>