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9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한컴오피스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2022-10-16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  <p:sldLayoutId id="2147483976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1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4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7.jpe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8.gif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1.xml"  /><Relationship Id="rId2" Type="http://schemas.openxmlformats.org/officeDocument/2006/relationships/hyperlink" Target="https://namu.wiki/w/%ED%94%BC%ED%8A%B8%20%EB%AA%AC%EB%93%9C%EB%A6%AC%EC%95%88" TargetMode="External" /><Relationship Id="rId3" Type="http://schemas.openxmlformats.org/officeDocument/2006/relationships/hyperlink" Target="https://prunnnn.com/22" TargetMode="External" /><Relationship Id="rId4" Type="http://schemas.openxmlformats.org/officeDocument/2006/relationships/hyperlink" Target="https://mini-news.tistory.com/m/51" TargetMode="External"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828802" y="4138380"/>
            <a:ext cx="10363198" cy="1470025"/>
          </a:xfrm>
        </p:spPr>
        <p:txBody>
          <a:bodyPr/>
          <a:lstStyle/>
          <a:p>
            <a:pPr>
              <a:defRPr/>
            </a:pPr>
            <a:r>
              <a:rPr lang="ko-KR" altLang="en-US"/>
              <a:t>                             피에트 몬드리안</a:t>
            </a:r>
            <a:br>
              <a:rPr lang="ko-KR" altLang="en-US"/>
            </a:br>
            <a:r>
              <a:rPr lang="ko-KR" altLang="en-US"/>
              <a:t>                               </a:t>
            </a:r>
            <a:r>
              <a:rPr lang="en-US" altLang="ko-KR"/>
              <a:t>‘</a:t>
            </a:r>
            <a:r>
              <a:rPr lang="ko-KR" altLang="en-US"/>
              <a:t>구성</a:t>
            </a:r>
            <a:r>
              <a:rPr lang="en-US" altLang="ko-KR"/>
              <a:t>’</a:t>
            </a:r>
            <a:endParaRPr lang="en-US" altLang="ko-KR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657601" y="5105400"/>
            <a:ext cx="8534399" cy="1752600"/>
          </a:xfrm>
        </p:spPr>
        <p:txBody>
          <a:bodyPr/>
          <a:lstStyle/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                       </a:t>
            </a:r>
            <a:r>
              <a:rPr lang="ko-KR" altLang="en-US" sz="2900"/>
              <a:t>정보통신공학과 </a:t>
            </a:r>
            <a:r>
              <a:rPr lang="en-US" altLang="ko-KR" sz="2900"/>
              <a:t>60222492</a:t>
            </a:r>
            <a:r>
              <a:rPr lang="ko-KR" altLang="en-US" sz="2900"/>
              <a:t> 안성하</a:t>
            </a:r>
            <a:endParaRPr lang="ko-KR" altLang="en-US" sz="2900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5732511" cy="55175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0" y="2720181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ko-KR" altLang="en-US"/>
              <a:t>작품 선정 동기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5147351" y="274638"/>
            <a:ext cx="6435045" cy="1143000"/>
          </a:xfrm>
        </p:spPr>
        <p:txBody>
          <a:bodyPr/>
          <a:lstStyle/>
          <a:p>
            <a:pPr>
              <a:defRPr/>
            </a:pPr>
            <a:r>
              <a:rPr lang="ko-KR" altLang="en-US" sz="3200"/>
              <a:t>피에트 몬드리안</a:t>
            </a:r>
            <a:r>
              <a:rPr lang="en-US" altLang="ko-KR" sz="3200"/>
              <a:t>(1872~1944)</a:t>
            </a:r>
            <a:endParaRPr lang="en-US" altLang="ko-KR" sz="3200"/>
          </a:p>
        </p:txBody>
      </p:sp>
      <p:sp>
        <p:nvSpPr>
          <p:cNvPr id="3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5147351" y="1417638"/>
            <a:ext cx="6477021" cy="5158422"/>
          </a:xfrm>
        </p:spPr>
        <p:txBody>
          <a:bodyPr/>
          <a:lstStyle/>
          <a:p>
            <a:pPr>
              <a:defRPr/>
            </a:pPr>
            <a:endParaRPr lang="ko-KR" altLang="en-US"/>
          </a:p>
          <a:p>
            <a:pPr>
              <a:defRPr/>
            </a:pPr>
            <a:r>
              <a:rPr lang="ko-KR" altLang="en-US"/>
              <a:t>암스테르담 국립미술아카데미 입학</a:t>
            </a:r>
            <a:endParaRPr lang="ko-KR" altLang="en-US"/>
          </a:p>
          <a:p>
            <a:pPr>
              <a:defRPr/>
            </a:pPr>
            <a:r>
              <a:rPr lang="ko-KR" altLang="en-US"/>
              <a:t>입체주의 화가의 영향을 받음</a:t>
            </a:r>
            <a:endParaRPr lang="ko-KR" altLang="en-US"/>
          </a:p>
          <a:p>
            <a:pPr>
              <a:defRPr/>
            </a:pPr>
            <a:r>
              <a:rPr lang="ko-KR" altLang="en-US"/>
              <a:t>신조형주의 규정</a:t>
            </a:r>
            <a:endParaRPr lang="ko-KR" altLang="en-US"/>
          </a:p>
          <a:p>
            <a:pPr>
              <a:defRPr/>
            </a:pPr>
            <a:r>
              <a:rPr lang="ko-KR" altLang="en-US"/>
              <a:t>기하학화</a:t>
            </a:r>
            <a:r>
              <a:rPr lang="en-US" altLang="ko-KR"/>
              <a:t>,</a:t>
            </a:r>
            <a:r>
              <a:rPr lang="ko-KR" altLang="en-US"/>
              <a:t> 단순화 지향</a:t>
            </a:r>
            <a:endParaRPr lang="ko-KR" altLang="en-US"/>
          </a:p>
          <a:p>
            <a:pPr>
              <a:defRPr/>
            </a:pPr>
            <a:r>
              <a:rPr lang="ko-KR" altLang="en-US"/>
              <a:t>지속적인 추상화 탐구</a:t>
            </a:r>
            <a:endParaRPr lang="ko-KR" altLang="en-US"/>
          </a:p>
          <a:p>
            <a:pPr>
              <a:defRPr/>
            </a:pPr>
            <a:endParaRPr lang="ko-KR" altLang="en-US"/>
          </a:p>
        </p:txBody>
      </p:sp>
      <p:pic>
        <p:nvPicPr>
          <p:cNvPr id="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4317" y="281939"/>
            <a:ext cx="4709160" cy="6294120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0" y="5590197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en-US" altLang="ko-KR" sz="2300"/>
              <a:t>&lt;</a:t>
            </a:r>
            <a:r>
              <a:rPr lang="ko-KR" altLang="en-US" sz="2300"/>
              <a:t>붉은 나무</a:t>
            </a:r>
            <a:r>
              <a:rPr lang="en-US" altLang="ko-KR" sz="2300"/>
              <a:t>&gt;,</a:t>
            </a:r>
            <a:r>
              <a:rPr lang="ko-KR" altLang="en-US" sz="2300"/>
              <a:t> </a:t>
            </a:r>
            <a:r>
              <a:rPr lang="en-US" altLang="ko-KR" sz="2300"/>
              <a:t>1908</a:t>
            </a:r>
            <a:r>
              <a:rPr lang="ko-KR" altLang="en-US" sz="2300"/>
              <a:t>년</a:t>
            </a:r>
            <a:endParaRPr lang="ko-KR" altLang="en-US" sz="2300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71413" y="362395"/>
            <a:ext cx="7849173" cy="5516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69231" y="5715000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en-US" altLang="ko-KR" sz="2300"/>
              <a:t>&lt;</a:t>
            </a:r>
            <a:r>
              <a:rPr lang="ko-KR" altLang="en-US" sz="2300"/>
              <a:t>회색 나무</a:t>
            </a:r>
            <a:r>
              <a:rPr lang="en-US" altLang="ko-KR" sz="2300"/>
              <a:t>&gt;,</a:t>
            </a:r>
            <a:r>
              <a:rPr lang="ko-KR" altLang="en-US" sz="2300"/>
              <a:t> </a:t>
            </a:r>
            <a:r>
              <a:rPr lang="en-US" altLang="ko-KR" sz="2300"/>
              <a:t>1911</a:t>
            </a:r>
            <a:r>
              <a:rPr lang="ko-KR" altLang="en-US" sz="2300"/>
              <a:t>년</a:t>
            </a:r>
            <a:endParaRPr lang="ko-KR" altLang="en-US" sz="2300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157412" y="274638"/>
            <a:ext cx="7877174" cy="5753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19098" y="5715000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en-US" altLang="ko-KR" sz="2300"/>
              <a:t>&lt;</a:t>
            </a:r>
            <a:r>
              <a:rPr lang="ko-KR" altLang="en-US" sz="2300"/>
              <a:t>꽃핀 사과나무</a:t>
            </a:r>
            <a:r>
              <a:rPr lang="en-US" altLang="ko-KR" sz="2300"/>
              <a:t>&gt;,</a:t>
            </a:r>
            <a:r>
              <a:rPr lang="ko-KR" altLang="en-US" sz="2300"/>
              <a:t> </a:t>
            </a:r>
            <a:r>
              <a:rPr lang="en-US" altLang="ko-KR" sz="2300"/>
              <a:t>1912</a:t>
            </a:r>
            <a:r>
              <a:rPr lang="ko-KR" altLang="en-US" sz="2300"/>
              <a:t>년</a:t>
            </a:r>
            <a:endParaRPr lang="ko-KR" altLang="en-US" sz="2300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50245" y="415006"/>
            <a:ext cx="7691510" cy="5517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5588585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en-US" altLang="ko-KR" sz="2300"/>
              <a:t>&lt;</a:t>
            </a:r>
            <a:r>
              <a:rPr lang="ko-KR" altLang="en-US" sz="2300"/>
              <a:t>빨강</a:t>
            </a:r>
            <a:r>
              <a:rPr lang="en-US" altLang="ko-KR" sz="2300"/>
              <a:t>,</a:t>
            </a:r>
            <a:r>
              <a:rPr lang="ko-KR" altLang="en-US" sz="2300"/>
              <a:t>파랑</a:t>
            </a:r>
            <a:r>
              <a:rPr lang="en-US" altLang="ko-KR" sz="2300"/>
              <a:t>,</a:t>
            </a:r>
            <a:r>
              <a:rPr lang="ko-KR" altLang="en-US" sz="2300"/>
              <a:t>노랑의 구성</a:t>
            </a:r>
            <a:r>
              <a:rPr lang="en-US" altLang="ko-KR" sz="2300"/>
              <a:t>&gt;,</a:t>
            </a:r>
            <a:r>
              <a:rPr lang="ko-KR" altLang="en-US" sz="2300"/>
              <a:t> </a:t>
            </a:r>
            <a:r>
              <a:rPr lang="en-US" altLang="ko-KR" sz="2300"/>
              <a:t>1930</a:t>
            </a:r>
            <a:r>
              <a:rPr lang="ko-KR" altLang="en-US" sz="2300"/>
              <a:t>년</a:t>
            </a:r>
            <a:endParaRPr lang="ko-KR" altLang="en-US" sz="2300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15452" y="314743"/>
            <a:ext cx="5561096" cy="5573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39151" y="5588585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en-US" altLang="ko-KR" sz="2300"/>
              <a:t>&lt;</a:t>
            </a:r>
            <a:r>
              <a:rPr lang="ko-KR" altLang="en-US" sz="2300"/>
              <a:t>구성</a:t>
            </a:r>
            <a:r>
              <a:rPr lang="en-US" altLang="ko-KR" sz="2300"/>
              <a:t>A&gt;,</a:t>
            </a:r>
            <a:r>
              <a:rPr lang="ko-KR" altLang="en-US" sz="2300"/>
              <a:t> </a:t>
            </a:r>
            <a:r>
              <a:rPr lang="en-US" altLang="ko-KR" sz="2300"/>
              <a:t>1923</a:t>
            </a:r>
            <a:r>
              <a:rPr lang="ko-KR" altLang="en-US" sz="2300"/>
              <a:t>년</a:t>
            </a:r>
            <a:endParaRPr lang="ko-KR" altLang="en-US" sz="2300"/>
          </a:p>
        </p:txBody>
      </p:sp>
      <p:pic>
        <p:nvPicPr>
          <p:cNvPr id="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363829" y="534903"/>
            <a:ext cx="5464341" cy="53987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601" y="5715000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en-US" altLang="ko-KR" sz="2300"/>
              <a:t>&lt;</a:t>
            </a:r>
            <a:r>
              <a:rPr lang="ko-KR" altLang="en-US" sz="2300"/>
              <a:t>노랑</a:t>
            </a:r>
            <a:r>
              <a:rPr lang="en-US" altLang="ko-KR" sz="2300"/>
              <a:t>,</a:t>
            </a:r>
            <a:r>
              <a:rPr lang="ko-KR" altLang="en-US" sz="2300"/>
              <a:t>파랑</a:t>
            </a:r>
            <a:r>
              <a:rPr lang="en-US" altLang="ko-KR" sz="2300"/>
              <a:t>,</a:t>
            </a:r>
            <a:r>
              <a:rPr lang="ko-KR" altLang="en-US" sz="2300"/>
              <a:t>검정</a:t>
            </a:r>
            <a:r>
              <a:rPr lang="en-US" altLang="ko-KR" sz="2300"/>
              <a:t>,</a:t>
            </a:r>
            <a:r>
              <a:rPr lang="ko-KR" altLang="en-US" sz="2300"/>
              <a:t>빨강</a:t>
            </a:r>
            <a:r>
              <a:rPr lang="en-US" altLang="ko-KR" sz="2300"/>
              <a:t>,</a:t>
            </a:r>
            <a:r>
              <a:rPr lang="ko-KR" altLang="en-US" sz="2300"/>
              <a:t>회색의 구성</a:t>
            </a:r>
            <a:r>
              <a:rPr lang="en-US" altLang="ko-KR" sz="2300"/>
              <a:t>&gt;,</a:t>
            </a:r>
            <a:r>
              <a:rPr lang="ko-KR" altLang="en-US" sz="2300"/>
              <a:t> </a:t>
            </a:r>
            <a:r>
              <a:rPr lang="en-US" altLang="ko-KR" sz="2300"/>
              <a:t>1921</a:t>
            </a:r>
            <a:r>
              <a:rPr lang="ko-KR" altLang="en-US" sz="2300"/>
              <a:t>년</a:t>
            </a:r>
            <a:endParaRPr lang="ko-KR" altLang="en-US" sz="2300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739081" y="274638"/>
            <a:ext cx="4713837" cy="57134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719888" y="2630822"/>
            <a:ext cx="10972798" cy="1143000"/>
          </a:xfrm>
        </p:spPr>
        <p:txBody>
          <a:bodyPr/>
          <a:lstStyle/>
          <a:p>
            <a:pPr>
              <a:defRPr/>
            </a:pPr>
            <a:r>
              <a:rPr lang="ko-KR" altLang="en-US"/>
              <a:t>깨달음 및 결론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출처</a:t>
            </a:r>
            <a:endParaRPr lang="ko-KR" altLang="en-US"/>
          </a:p>
        </p:txBody>
      </p:sp>
      <p:sp>
        <p:nvSpPr>
          <p:cNvPr id="3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1614213" y="1312194"/>
            <a:ext cx="8592574" cy="5109659"/>
          </a:xfrm>
        </p:spPr>
        <p:txBody>
          <a:bodyPr/>
          <a:lstStyle/>
          <a:p>
            <a:pPr>
              <a:defRPr/>
            </a:pPr>
            <a:r>
              <a:rPr lang="en-US" altLang="en-US"/>
              <a:t>https://civil58.tistory.com/m/3641</a:t>
            </a:r>
            <a:endParaRPr lang="en-US" altLang="en-US">
              <a:hlinkClick r:id="rId2"/>
            </a:endParaRPr>
          </a:p>
          <a:p>
            <a:pPr>
              <a:defRPr/>
            </a:pPr>
            <a:r>
              <a:rPr lang="en-US" altLang="en-US">
                <a:hlinkClick r:id="rId2"/>
              </a:rPr>
              <a:t>https://namu.wiki/w/%ED%94%BC%ED%8A%B8%20%EB%AA%AC%EB%93%9C%EB%A6%AC%EC%95%88</a:t>
            </a:r>
            <a:endParaRPr lang="en-US" altLang="en-US"/>
          </a:p>
          <a:p>
            <a:pPr>
              <a:defRPr/>
            </a:pPr>
            <a:r>
              <a:rPr lang="en-US" altLang="en-US">
                <a:hlinkClick r:id="rId3"/>
              </a:rPr>
              <a:t>https://prunnnn.com/22</a:t>
            </a:r>
            <a:endParaRPr lang="en-US" altLang="en-US"/>
          </a:p>
          <a:p>
            <a:pPr>
              <a:defRPr/>
            </a:pPr>
            <a:r>
              <a:rPr lang="en-US" altLang="en-US">
                <a:hlinkClick r:id="rId4"/>
              </a:rPr>
              <a:t>https://mini-news.tistory.com/m/51</a:t>
            </a:r>
            <a:endParaRPr lang="en-US" altLang="en-US"/>
          </a:p>
          <a:p>
            <a:pPr>
              <a:defRPr/>
            </a:pPr>
            <a:r>
              <a:rPr lang="en-US" altLang="en-US"/>
              <a:t>https://m.blog.naver.com/PostView.naver?isHttpsRedirect=true&amp;blogId=min9neuf&amp;logNo=220876958820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45</ep:Words>
  <ep:PresentationFormat>화면 슬라이드 쇼(4:3)</ep:PresentationFormat>
  <ep:Paragraphs>22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한컴오피스</vt:lpstr>
      <vt:lpstr>피에트 몬드리안                                ‘구성’</vt:lpstr>
      <vt:lpstr>작품 선정 동기</vt:lpstr>
      <vt:lpstr>피에트 몬드리안(1872~1944)</vt:lpstr>
      <vt:lpstr>&lt;붉은 나무&gt;, 1908년</vt:lpstr>
      <vt:lpstr>&lt;회색 나무&gt;, 1911년</vt:lpstr>
      <vt:lpstr>&lt;꽃핀 사과나무&gt;, 1912년</vt:lpstr>
      <vt:lpstr>&lt;빨강,파랑,노랑의 구성&gt;, 1930년</vt:lpstr>
      <vt:lpstr>&lt;구성A&gt;, 1923년</vt:lpstr>
      <vt:lpstr>&lt;노랑,파랑,검정,빨강,회색의 구성&gt;, 1921년</vt:lpstr>
      <vt:lpstr>깨달음 및 결론</vt:lpstr>
      <vt:lpstr>출처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2022-10-16T05:35:47.845</dcterms:created>
  <dc:creator>tjdgk</dc:creator>
  <cp:lastModifiedBy>tjdgk</cp:lastModifiedBy>
  <dcterms:modified xsi:type="dcterms:W3CDTF">2022-10-16T08:51:38.671</dcterms:modified>
  <cp:revision>21</cp:revision>
  <dc:title>피트 몬드리안 ‘컴포지션’</dc:title>
  <cp:version>1000.0100.01</cp:version>
</cp:coreProperties>
</file>